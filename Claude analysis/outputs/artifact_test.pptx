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850ba874b24e6e" /><Relationship Type="http://schemas.openxmlformats.org/officeDocument/2006/relationships/extended-properties" Target="/docProps/app.xml" Id="R58b604980b004b56" /><Relationship Type="http://schemas.openxmlformats.org/officeDocument/2006/relationships/officeDocument" Target="/ppt/presentation.xml" Id="R9ff073d25e1f4d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2353bd854d481e"/>
  </p:sldMasterIdLst>
  <p:notesMasterIdLst>
    <p:notesMasterId xmlns:r="http://schemas.openxmlformats.org/officeDocument/2006/relationships" r:id="R97f1a4efb2924d9c"/>
  </p:notesMasterIdLst>
  <p:sldIdLst>
    <p:sldId xmlns:r="http://schemas.openxmlformats.org/officeDocument/2006/relationships" id="256" r:id="R0cf22d850b17421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bd8a54bb1648d3" /><Relationship Type="http://schemas.openxmlformats.org/officeDocument/2006/relationships/slideMaster" Target="/ppt/slideMasters/slideMaster1.xml" Id="R992353bd854d481e" /><Relationship Type="http://schemas.openxmlformats.org/officeDocument/2006/relationships/notesMaster" Target="/ppt/notesMasters/notesMaster1.xml" Id="R97f1a4efb2924d9c" /><Relationship Type="http://schemas.openxmlformats.org/officeDocument/2006/relationships/presProps" Target="/ppt/presProps.xml" Id="R1d387de458a64ed6" /><Relationship Type="http://schemas.openxmlformats.org/officeDocument/2006/relationships/tableStyles" Target="/ppt/tableStyles.xml" Id="R711acb1126e34988" /><Relationship Type="http://schemas.openxmlformats.org/officeDocument/2006/relationships/slide" Target="/ppt/slides/slide1.xml" Id="R0cf22d850b1742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4e6dd6fa0b48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7b503474a6400d" /><Relationship Type="http://schemas.openxmlformats.org/officeDocument/2006/relationships/notesMaster" Target="/ppt/notesMasters/notesMaster1.xml" Id="R8a6e0dfef6d848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8e3b45f5c4f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7fba7f3843414d" /><Relationship Type="http://schemas.openxmlformats.org/officeDocument/2006/relationships/slideLayout" Target="/ppt/slideLayouts/slideLayout1.xml" Id="R559ae961074f48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9ae961074f48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d17cfec07452c" /><Relationship Type="http://schemas.openxmlformats.org/officeDocument/2006/relationships/notesSlide" Target="/ppt/notesSlides/notesSlide1.xml" Id="Rd3f33f4282cb41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C2C610-38D1-4110-B611-1ABB9EEE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Artifact test</a:t>
            </a:r>
          </a:p>
        </p:txBody>
      </p:sp>
    </p:spTree>
    <p:extLst>
      <p:ext uri="{BB962C8B-B14F-4D97-AF65-F5344CB8AC3E}">
        <p14:creationId xmlns:p14="http://schemas.microsoft.com/office/powerpoint/2010/main" val="6016433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2026-06-17T21:33:42.6990000Z</dcterms:created>
  <dcterms:modified xsi:type="dcterms:W3CDTF">2026-06-17T21:33:42.6990000Z</dcterms:modified>
</coreProperties>
</file>